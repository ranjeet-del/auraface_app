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AuraFace - Complete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Campus Management &amp; Student Life Platform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AuraFace unifies scattered academic, administrative, and student-life processes.</a:t>
            </a:r>
          </a:p>
          <a:p>
            <a:pPr>
              <a:defRPr sz="2000"/>
            </a:pPr>
            <a:r>
              <a:t>Built with a native Android application for high performance.</a:t>
            </a:r>
          </a:p>
          <a:p>
            <a:pPr>
              <a:defRPr sz="2000"/>
            </a:pPr>
            <a:r>
              <a:t>Powered by a robust Python FastAPI backend.</a:t>
            </a:r>
          </a:p>
          <a:p>
            <a:pPr>
              <a:defRPr sz="2000"/>
            </a:pPr>
            <a:r>
              <a:t>Integrates Role-Based Access Control (RBAC) securely.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 Stack: App &amp;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Language: Kotlin.</a:t>
            </a:r>
          </a:p>
          <a:p>
            <a:pPr>
              <a:defRPr sz="2000"/>
            </a:pPr>
            <a:r>
              <a:t>Framework: Jetpack Compose (Modern declarative UI toolkit).</a:t>
            </a:r>
          </a:p>
          <a:p>
            <a:pPr>
              <a:defRPr sz="2000"/>
            </a:pPr>
            <a:r>
              <a:t>Architecture Pattern: MVVM (Model-View-ViewModel).</a:t>
            </a:r>
          </a:p>
          <a:p>
            <a:pPr>
              <a:defRPr sz="2000"/>
            </a:pPr>
            <a:r>
              <a:t>Networking: Retrofit (REST APIs) &amp; WebSockets (Real-time).</a:t>
            </a:r>
          </a:p>
          <a:p>
            <a:pPr>
              <a:defRPr sz="2000"/>
            </a:pPr>
            <a:r>
              <a:t>Local Storage: Room Database and DataStore.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 Stack: Backend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Language &amp; Framework: Python 3.10+ and FastAPI.</a:t>
            </a:r>
          </a:p>
          <a:p>
            <a:pPr>
              <a:defRPr sz="2000"/>
            </a:pPr>
            <a:r>
              <a:t>Server Engine: Uvicorn (ASGI web server).</a:t>
            </a:r>
          </a:p>
          <a:p>
            <a:pPr>
              <a:defRPr sz="2000"/>
            </a:pPr>
            <a:r>
              <a:t>Database ORM: SQLAlchemy mapped to SQLite/PostgreSQL/MySQL.</a:t>
            </a:r>
          </a:p>
          <a:p>
            <a:pPr>
              <a:defRPr sz="2000"/>
            </a:pPr>
            <a:r>
              <a:t>Authentication: JSON Web Tokens (JWT) &amp; OAuth2.</a:t>
            </a:r>
          </a:p>
          <a:p>
            <a:pPr>
              <a:defRPr sz="2000"/>
            </a:pPr>
            <a:r>
              <a:t>Real-time Comm: WebSockets managed asynchronously.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Core Modules: Academics &amp; 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RBAC: Admin, Teacher, and Student roles with distinct permissions.</a:t>
            </a:r>
          </a:p>
          <a:p>
            <a:pPr>
              <a:defRPr sz="2000"/>
            </a:pPr>
            <a:r>
              <a:t>Timetables: Managed via ClassSchedule &amp; ClassSession instances.</a:t>
            </a:r>
          </a:p>
          <a:p>
            <a:pPr>
              <a:defRPr sz="2000"/>
            </a:pPr>
            <a:r>
              <a:t>Attendance: Real-time tracking of present, absent, and late remarks.</a:t>
            </a:r>
          </a:p>
          <a:p>
            <a:pPr>
              <a:defRPr sz="2000"/>
            </a:pPr>
            <a:r>
              <a:t>Examinations: Management of ExamSchedules and multi-type Marks.</a:t>
            </a:r>
          </a:p>
          <a:p>
            <a:pPr>
              <a:defRPr sz="2000"/>
            </a:pPr>
            <a:r>
              <a:t>Audit Logging: System-wide IP &amp; action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Core Modules: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Targeted Notices: Broadcasts supporting specific departments &amp; years.</a:t>
            </a:r>
          </a:p>
          <a:p>
            <a:pPr>
              <a:defRPr sz="2000"/>
            </a:pPr>
            <a:r>
              <a:t>Real-time Chat via WebSockets: Peer-to-peer and group messaging.</a:t>
            </a:r>
          </a:p>
          <a:p>
            <a:pPr>
              <a:defRPr sz="2000"/>
            </a:pPr>
            <a:r>
              <a:t>Rich Media: Support for images, PDFs, and video attachments.</a:t>
            </a:r>
          </a:p>
          <a:p>
            <a:pPr>
              <a:defRPr sz="2000"/>
            </a:pPr>
            <a:r>
              <a:t>Read Receipts: Fine-grained tracking of NoticeReads and MessageReadStatus.</a:t>
            </a:r>
          </a:p>
          <a:p>
            <a:pPr>
              <a:defRPr sz="2000"/>
            </a:pPr>
            <a:r>
              <a:t>Push Notifications: Alerts for new marks, attendance deficits, and messages.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Core Modules: Placements &amp; Careers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Digital Resumes: Student profiles holding dynamic readiness scores.</a:t>
            </a:r>
          </a:p>
          <a:p>
            <a:pPr>
              <a:defRPr sz="2000"/>
            </a:pPr>
            <a:r>
              <a:t>Skills Tracking: Management of PlacementSkills &amp; PlacementCertifications.</a:t>
            </a:r>
          </a:p>
          <a:p>
            <a:pPr>
              <a:defRPr sz="2000"/>
            </a:pPr>
            <a:r>
              <a:t>Experience: Logging of PlacementInternships &amp; PlacementProjects.</a:t>
            </a:r>
          </a:p>
          <a:p>
            <a:pPr>
              <a:defRPr sz="2000"/>
            </a:pPr>
            <a:r>
              <a:t>Verification Workflow: Staff review process before points are awarded.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Core Modules: Student Wellbeing &amp;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Movie Booking: Waitlist logic and seat booking for campus films.</a:t>
            </a:r>
          </a:p>
          <a:p>
            <a:pPr>
              <a:defRPr sz="2000"/>
            </a:pPr>
            <a:r>
              <a:t>Sports: Tracking tournaments, scheduled matches, and live scores.</a:t>
            </a:r>
          </a:p>
          <a:p>
            <a:pPr>
              <a:defRPr sz="2000"/>
            </a:pPr>
            <a:r>
              <a:t>Mental Wellbeing: Daily Mood Check-ins by students.</a:t>
            </a:r>
          </a:p>
          <a:p>
            <a:pPr>
              <a:defRPr sz="2000"/>
            </a:pPr>
            <a:r>
              <a:t>Mentorship: Proctor Meetings tracking 1-on-1 sessions between Teacher/Student.</a:t>
            </a:r>
          </a:p>
          <a:p>
            <a:pPr>
              <a:defRPr sz="2000"/>
            </a:pPr>
            <a:r>
              <a:t>File System: Centralized GalleryFolder sharing for campus memories.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System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Client Layer: Student/Teacher interacts via Jetpack Compose App.</a:t>
            </a:r>
          </a:p>
          <a:p>
            <a:pPr>
              <a:defRPr sz="2000"/>
            </a:pPr>
            <a:r>
              <a:t>Network Layer: Secured REST API endpoint calls + persistent WebSockets.</a:t>
            </a:r>
          </a:p>
          <a:p>
            <a:pPr>
              <a:defRPr sz="2000"/>
            </a:pPr>
            <a:r>
              <a:t>Service Layer: Segregated modules (Academics, Notice, Chat, Placement).</a:t>
            </a:r>
          </a:p>
          <a:p>
            <a:pPr>
              <a:defRPr sz="2000"/>
            </a:pPr>
            <a:r>
              <a:t>Database Layer: Relational models mapped strictly via SQLAlchemy.</a:t>
            </a:r>
          </a:p>
          <a:p>
            <a:pPr>
              <a:defRPr sz="2000"/>
            </a:pPr>
            <a:r>
              <a:t>The Flow Chart in the Documentation highlights these strict boundaries.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AuraFace effectively digitizes the rigid, disconnected college experience.</a:t>
            </a:r>
          </a:p>
          <a:p>
            <a:pPr>
              <a:defRPr sz="2000"/>
            </a:pPr>
            <a:r>
              <a:t>The architecture is scalable to thousands of concurrent users via FastAPI.</a:t>
            </a:r>
          </a:p>
          <a:p>
            <a:pPr>
              <a:defRPr sz="2000"/>
            </a:pPr>
            <a:r>
              <a:t>Future Scope: AI-driven predictive placement scoring.</a:t>
            </a:r>
          </a:p>
          <a:p>
            <a:pPr>
              <a:defRPr sz="2000"/>
            </a:pPr>
            <a:r>
              <a:t>Future Scope: Automated timetable and exam scheduling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